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Graph Geometry Help Forecasting the S&amp;P 100?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graph structure did not outperform simpler baselines in noisy weekly stock movement prediction.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0" y="320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Deep Learning · Oral Defense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63040"/>
            <a:ext cx="6400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270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4996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1719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OHLCV, 2018–2024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1168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224028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28600" y="2240280"/>
            <a:ext cx="64008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042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2276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Labels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" y="2496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technicals, weekly returns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788920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28600" y="301752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228600" y="301752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8152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3054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31520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approaches compared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22860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variants: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28600" y="3904488"/>
            <a:ext cx="3017520" cy="45720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28600" y="3904488"/>
            <a:ext cx="6400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99592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152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Corr-GNN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31520" y="41330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Pearson return neighbors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228600" y="4407408"/>
            <a:ext cx="3017520" cy="45720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228600" y="4407408"/>
            <a:ext cx="6400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498848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31520" y="4443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JS-GNN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731520" y="4636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Jensen-Shannon neighbors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301752" y="4956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Sector edges on all graph variants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3474720" y="11430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pic>
        <p:nvPicPr>
          <p:cNvPr id="37" name="Image 7" descr="/home/claude/model_comparison_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1417320"/>
            <a:ext cx="5669280" cy="218272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474720" y="364576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 and class-wise F1 across models</a:t>
            </a:r>
            <a:endParaRPr lang="en-US" sz="900" dirty="0"/>
          </a:p>
        </p:txBody>
      </p:sp>
      <p:pic>
        <p:nvPicPr>
          <p:cNvPr id="39" name="Image 8" descr="/home/claude/training_curves_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920084"/>
            <a:ext cx="5669280" cy="211750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474720" y="6074165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and validation macro-F1 over epochs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937260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MACRO-F1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9372600" y="1463040"/>
            <a:ext cx="256032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9372600" y="1463040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9491472" y="1536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5" name="Text 34"/>
          <p:cNvSpPr/>
          <p:nvPr/>
        </p:nvSpPr>
        <p:spPr>
          <a:xfrm>
            <a:off x="11018520" y="1536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0.347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9491472" y="171907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</a:t>
            </a:r>
            <a:endParaRPr lang="en-US" sz="800" dirty="0"/>
          </a:p>
        </p:txBody>
      </p:sp>
      <p:sp>
        <p:nvSpPr>
          <p:cNvPr id="47" name="Shape 36"/>
          <p:cNvSpPr/>
          <p:nvPr/>
        </p:nvSpPr>
        <p:spPr>
          <a:xfrm>
            <a:off x="9372600" y="1975104"/>
            <a:ext cx="256032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9372600" y="1975104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9491472" y="2048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11018520" y="20482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0.341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9491472" y="223113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9372600" y="2487168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9491472" y="2560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GNN-Correlation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11018520" y="2560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0.319</a:t>
            </a:r>
            <a:endParaRPr lang="en-US" sz="1300" dirty="0"/>
          </a:p>
        </p:txBody>
      </p:sp>
      <p:sp>
        <p:nvSpPr>
          <p:cNvPr id="55" name="Shape 44"/>
          <p:cNvSpPr/>
          <p:nvPr/>
        </p:nvSpPr>
        <p:spPr>
          <a:xfrm>
            <a:off x="9372600" y="299923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9491472" y="30723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GNN-JS</a:t>
            </a:r>
            <a:endParaRPr lang="en-US" sz="1000" dirty="0"/>
          </a:p>
        </p:txBody>
      </p:sp>
      <p:sp>
        <p:nvSpPr>
          <p:cNvPr id="57" name="Text 46"/>
          <p:cNvSpPr/>
          <p:nvPr/>
        </p:nvSpPr>
        <p:spPr>
          <a:xfrm>
            <a:off x="11018520" y="3072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0.303</a:t>
            </a:r>
            <a:endParaRPr lang="en-US" sz="1300" dirty="0"/>
          </a:p>
        </p:txBody>
      </p:sp>
      <p:sp>
        <p:nvSpPr>
          <p:cNvPr id="58" name="Shape 47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182880" y="6263640"/>
            <a:ext cx="377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inductive bias did not improve performance in this setup.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4053840" y="6217920"/>
            <a:ext cx="9144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4236720" y="6263640"/>
            <a:ext cx="377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financial graphs are likely too noisy and non-stationary.</a:t>
            </a:r>
            <a:endParaRPr lang="en-US" sz="1050" dirty="0"/>
          </a:p>
        </p:txBody>
      </p:sp>
      <p:sp>
        <p:nvSpPr>
          <p:cNvPr id="62" name="Shape 51"/>
          <p:cNvSpPr/>
          <p:nvPr/>
        </p:nvSpPr>
        <p:spPr>
          <a:xfrm>
            <a:off x="8107680" y="6217920"/>
            <a:ext cx="9144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8290560" y="6263640"/>
            <a:ext cx="377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dynamic graphs, learned edges, richer market signals.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2026-05-07T10:18:11Z</dcterms:created>
  <dcterms:modified xsi:type="dcterms:W3CDTF">2026-05-07T10:18:11Z</dcterms:modified>
</cp:coreProperties>
</file>